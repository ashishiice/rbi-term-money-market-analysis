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Term Money Market Expansion — Hero FinCorp Impact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18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9,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15-40 bps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42032" y="548640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5943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₹3-12 Cr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33472" y="80467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26864" y="548640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5943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8304" y="80467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11696" y="548640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5943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03136" y="80467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Mix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097280"/>
            <a:ext cx="4069080" cy="1188720"/>
          </a:xfrm>
          <a:prstGeom prst="roundRect">
            <a:avLst>
              <a:gd name="adj" fmla="val 2308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097280"/>
            <a:ext cx="406908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12471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PRE-EXPANSION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1353312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Term money restricted to banks &amp; PDs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NBFCs dependent on bank intermediation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6M-1Y price transparency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funding concentration: 70-75%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069080" cy="1188720"/>
          </a:xfrm>
          <a:prstGeom prst="roundRect">
            <a:avLst>
              <a:gd name="adj" fmla="val 2308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097280"/>
            <a:ext cx="4069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12471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POST-EXPANSION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353312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NBFC participation enabled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15-40 bps cost savings expected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tenor: 14D to 1Y for ALM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Diversify: target 60-65% bank funding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4663440" cy="105156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23160"/>
            <a:ext cx="4663440" cy="182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450592"/>
            <a:ext cx="4480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Benefits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2679192"/>
            <a:ext cx="2011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 Optimization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2807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tenor matching for portfolios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2679192"/>
            <a:ext cx="2194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Buffer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2807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LCR source without bank dependence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3081528"/>
            <a:ext cx="2011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Transmission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32095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MIBOR-linked vs slower MCLR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3081528"/>
            <a:ext cx="2194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Roll-over Efficiency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0" y="32095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refinancing risk vs CP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57800" y="2423160"/>
            <a:ext cx="3657600" cy="1051560"/>
          </a:xfrm>
          <a:prstGeom prst="roundRect">
            <a:avLst>
              <a:gd name="adj" fmla="val 260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2423160"/>
            <a:ext cx="36576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245059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(30 Days)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2679192"/>
            <a:ext cx="320040" cy="118872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2679192"/>
            <a:ext cx="320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760720" y="2679192"/>
            <a:ext cx="3017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CCIL/NDS-OM Registration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2852928"/>
            <a:ext cx="320040" cy="118872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2852928"/>
            <a:ext cx="320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760720" y="2852928"/>
            <a:ext cx="3017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Treasury Policy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49240" y="3026664"/>
            <a:ext cx="320040" cy="118872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5349240" y="3026664"/>
            <a:ext cx="320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760720" y="3026664"/>
            <a:ext cx="3017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Infrastructure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572000"/>
            <a:ext cx="9144000" cy="228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59943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FinCorp Treasury | RBI Circular: April 9, 2026 | Internal Use Only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690872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are estimates based on market conditions.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RBI Term Money Market - Hero FinCorp Impact</dc:title>
  <dc:subject>Treasury Strategy Analysis</dc:subject>
  <dc:creator>Hero FinCorp Treasury</dc:creator>
  <cp:lastModifiedBy>Hero FinCorp Treasury</cp:lastModifiedBy>
  <cp:revision>1</cp:revision>
  <dcterms:created xsi:type="dcterms:W3CDTF">2026-04-10T06:42:10Z</dcterms:created>
  <dcterms:modified xsi:type="dcterms:W3CDTF">2026-04-10T06:42:10Z</dcterms:modified>
</cp:coreProperties>
</file>