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RBI Term Money Market Expansion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Impact Analysis for Hero FinCorp | April 9,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0" y="137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NBFC-ML Treasury Strategy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21488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4183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15-40 bps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Cost Savings vs Bank Credit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868680"/>
            <a:ext cx="21488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94183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₹3-12 Cr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51760" y="1234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Annual Interest Savings (Est.)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868680"/>
            <a:ext cx="21488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94183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37760" y="1234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No Bank Intermediary Required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132320" y="868680"/>
            <a:ext cx="21488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94183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23760" y="12344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Target Short-Term Funding Mix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91640"/>
            <a:ext cx="4480560" cy="1463040"/>
          </a:xfrm>
          <a:prstGeom prst="roundRect">
            <a:avLst>
              <a:gd name="adj" fmla="val 3125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1691640"/>
            <a:ext cx="4480560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73736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PRE-EXPANSION (Before Apr 9, 2026)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210312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Term money restricted to banks &amp; PDs only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NBFCs dependent on bank intermediation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6M-1Y price transparency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ALM gaps from asset-tenor mismatches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Concentrated bank funding risk (~70-75%)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37760" y="1691640"/>
            <a:ext cx="4480560" cy="1463040"/>
          </a:xfrm>
          <a:prstGeom prst="roundRect">
            <a:avLst>
              <a:gd name="adj" fmla="val 3125"/>
            </a:avLst>
          </a:prstGeom>
          <a:solidFill>
            <a:srgbClr val="F0FDF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1691640"/>
            <a:ext cx="4480560" cy="3200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173736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POST-EXPANSION (After Apr 9, 2026)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210312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NBFC participation in term money market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Reduced bank intermediation costs (15-40 bps)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Market-driven rates (MIBOR-linked)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Flexible tenor: 14D to 1Y for ALM matching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Diversify funding: target 60-65% bank vs 70-75%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337560"/>
            <a:ext cx="54864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337560"/>
            <a:ext cx="54864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383280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Strategic Benefits for Hero FinCorp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ALM Optimization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tenor matching for 2W/3W portfolios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108960" y="37033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Liquidity Buffer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LCR source without bank dependence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💹 Rate Transmission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MIBOR-linked rates vs slower MCLR transmission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10896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Roll-over Efficiency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refinancing risk vs short-term 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337560"/>
            <a:ext cx="3474720" cy="1143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337560"/>
            <a:ext cx="3474720" cy="2743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338328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Immediate Actions (Next 30 Days)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26480" y="3703320"/>
            <a:ext cx="457200" cy="164592"/>
          </a:xfrm>
          <a:prstGeom prst="roundRect">
            <a:avLst>
              <a:gd name="adj" fmla="val 11111"/>
            </a:avLst>
          </a:prstGeom>
          <a:solidFill>
            <a:srgbClr val="DC2626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37033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75120" y="37033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CCIL/NDS-OM Registration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26480" y="3931920"/>
            <a:ext cx="457200" cy="164592"/>
          </a:xfrm>
          <a:prstGeom prst="roundRect">
            <a:avLst>
              <a:gd name="adj" fmla="val 11111"/>
            </a:avLst>
          </a:prstGeom>
          <a:solidFill>
            <a:srgbClr val="DC2626"/>
          </a:solidFill>
          <a:ln/>
        </p:spPr>
      </p:sp>
      <p:sp>
        <p:nvSpPr>
          <p:cNvPr id="40" name="Text 38"/>
          <p:cNvSpPr/>
          <p:nvPr/>
        </p:nvSpPr>
        <p:spPr>
          <a:xfrm>
            <a:off x="6126480" y="39319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75120" y="39319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Treasury Policy Framework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126480" y="4160520"/>
            <a:ext cx="457200" cy="164592"/>
          </a:xfrm>
          <a:prstGeom prst="roundRect">
            <a:avLst>
              <a:gd name="adj" fmla="val 11111"/>
            </a:avLst>
          </a:prstGeom>
          <a:solidFill>
            <a:srgbClr val="D97706"/>
          </a:solidFill>
          <a:ln/>
        </p:spPr>
      </p:sp>
      <p:sp>
        <p:nvSpPr>
          <p:cNvPr id="43" name="Text 41"/>
          <p:cNvSpPr/>
          <p:nvPr/>
        </p:nvSpPr>
        <p:spPr>
          <a:xfrm>
            <a:off x="6126480" y="41605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75120" y="4160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Infrastructure Setup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4572000"/>
            <a:ext cx="914400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6" name="Text 44"/>
          <p:cNvSpPr/>
          <p:nvPr/>
        </p:nvSpPr>
        <p:spPr>
          <a:xfrm>
            <a:off x="274320" y="4617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FinCorp Treasury Analysis | RBI Circular Dated: April 9, 2026 | Classification: Internal Use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736592"/>
            <a:ext cx="8229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based on market conditions. Actual savings depend on credit rating, market depth, and participation scale.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RBI Term Money Market - Hero FinCorp Impact</dc:title>
  <dc:subject>Treasury Strategy Analysis</dc:subject>
  <dc:creator>Hero FinCorp Treasury</dc:creator>
  <cp:lastModifiedBy>Hero FinCorp Treasury</cp:lastModifiedBy>
  <cp:revision>1</cp:revision>
  <dcterms:created xsi:type="dcterms:W3CDTF">2026-04-10T06:35:35Z</dcterms:created>
  <dcterms:modified xsi:type="dcterms:W3CDTF">2026-04-10T06:35:35Z</dcterms:modified>
</cp:coreProperties>
</file>