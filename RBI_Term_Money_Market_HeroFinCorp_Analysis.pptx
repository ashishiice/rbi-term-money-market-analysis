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RBI Term Money Market Expansion — Strategic Impact for Hero FinCorp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0" y="137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9, 2026 | NBFC-ML Treasury Strategy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2194560" cy="50292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315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15-40 bps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97840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 vs Bank Credit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587752" y="685800"/>
            <a:ext cx="2194560" cy="502920"/>
          </a:xfrm>
          <a:prstGeom prst="roundRect">
            <a:avLst>
              <a:gd name="adj" fmla="val 545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7315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₹3-12 Cr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79192" y="97840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Interest Savings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901184" y="685800"/>
            <a:ext cx="2194560" cy="502920"/>
          </a:xfrm>
          <a:prstGeom prst="roundRect">
            <a:avLst>
              <a:gd name="adj" fmla="val 5455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92624" y="7315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92624" y="97840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Bank Intermediary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214616" y="685800"/>
            <a:ext cx="2194560" cy="50292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06056" y="7315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06056" y="97840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Funding Mix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1325880"/>
            <a:ext cx="4389120" cy="1234440"/>
          </a:xfrm>
          <a:prstGeom prst="roundRect">
            <a:avLst>
              <a:gd name="adj" fmla="val 2963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325880"/>
            <a:ext cx="4389120" cy="228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5331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PRE-EXPANSION (Before Apr 9, 2026)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1618488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Term money restricted to banks &amp; PDs only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NBFCs dependent on bank intermediation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6M-1Y price transparency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Bank funding concentration: 70-75%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46320" y="1325880"/>
            <a:ext cx="4389120" cy="1234440"/>
          </a:xfrm>
          <a:prstGeom prst="roundRect">
            <a:avLst>
              <a:gd name="adj" fmla="val 2963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1325880"/>
            <a:ext cx="4389120" cy="228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353312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POST-EXPANSION (After Apr 9, 2026)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1618488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Direct NBFC participation in term market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15-40 bps savings via market-driven rates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Flexible tenor: 14D to 1Y for ALM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 bank funding: 60-65% (vs 70-75%)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697480"/>
            <a:ext cx="4709160" cy="1143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697480"/>
            <a:ext cx="4709160" cy="2011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724912"/>
            <a:ext cx="4526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Strategic Benefits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297180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ALM Optimization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5760" y="31089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tenor matching for 2W/3W portfolios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560320" y="297180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Liquidity Buffer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60320" y="31089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LCR source without bank dependence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65760" y="3383280"/>
            <a:ext cx="20116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💹 Rate Transmission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35204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MIBOR-linked rates vs slower MCLR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560320" y="3383280"/>
            <a:ext cx="21945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Roll-over Efficiency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35204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refinancing risk vs short-term CP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74920" y="2697480"/>
            <a:ext cx="3520440" cy="1143000"/>
          </a:xfrm>
          <a:prstGeom prst="roundRect">
            <a:avLst>
              <a:gd name="adj" fmla="val 3200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2697480"/>
            <a:ext cx="3520440" cy="2011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2724912"/>
            <a:ext cx="33375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Immediate Actions (Next 30 Days)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212080" y="2990088"/>
            <a:ext cx="365760" cy="128016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40" name="Text 38"/>
          <p:cNvSpPr/>
          <p:nvPr/>
        </p:nvSpPr>
        <p:spPr>
          <a:xfrm>
            <a:off x="5212080" y="2990088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669280" y="2990088"/>
            <a:ext cx="2743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CCIL/NDS-OM Registration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12080" y="3182112"/>
            <a:ext cx="365760" cy="128016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43" name="Text 41"/>
          <p:cNvSpPr/>
          <p:nvPr/>
        </p:nvSpPr>
        <p:spPr>
          <a:xfrm>
            <a:off x="5212080" y="3182112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669280" y="3182112"/>
            <a:ext cx="2743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Treasury Policy Framework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12080" y="3374136"/>
            <a:ext cx="365760" cy="128016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46" name="Text 44"/>
          <p:cNvSpPr/>
          <p:nvPr/>
        </p:nvSpPr>
        <p:spPr>
          <a:xfrm>
            <a:off x="5212080" y="3374136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5669280" y="3374136"/>
            <a:ext cx="2743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Infrastructure Setup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12080" y="3566160"/>
            <a:ext cx="365760" cy="128016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49" name="Text 47"/>
          <p:cNvSpPr/>
          <p:nvPr/>
        </p:nvSpPr>
        <p:spPr>
          <a:xfrm>
            <a:off x="5212080" y="3566160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69280" y="3566160"/>
            <a:ext cx="2743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Due Diligence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023360"/>
            <a:ext cx="9144000" cy="25603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274320" y="4050792"/>
            <a:ext cx="82296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FinCorp Treasury | RBI Circular: April 9, 2026 | Internal Use Only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74320" y="4160520"/>
            <a:ext cx="822960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are estimates based on market conditions.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RBI Term Money Market - Hero FinCorp Impact</dc:title>
  <dc:subject>Treasury Strategy Analysis</dc:subject>
  <dc:creator>Hero FinCorp Treasury</dc:creator>
  <cp:lastModifiedBy>Hero FinCorp Treasury</cp:lastModifiedBy>
  <cp:revision>1</cp:revision>
  <dcterms:created xsi:type="dcterms:W3CDTF">2026-04-10T06:41:10Z</dcterms:created>
  <dcterms:modified xsi:type="dcterms:W3CDTF">2026-04-10T06:41:10Z</dcterms:modified>
</cp:coreProperties>
</file>